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80" r:id="rId25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24.xml"/><Relationship Id="rId26" Type="http://schemas.openxmlformats.org/officeDocument/2006/relationships/slide" Target="slides/slide23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3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4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5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6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7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8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9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10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11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12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13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14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15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16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17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18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19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20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21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22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23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24</a:t>
            </a:fld>
            <a:endParaRPr lang="tr-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Sunanlar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Feyza BÜYÜKBEKTAŞ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Çiğdem TURAN</a:t>
            </a:r>
          </a:p>
          <a:p>
            <a:pPr>
              <a:spcAft>
                <a:spcPts val="600"/>
              </a:spcAft>
            </a:pPr>
            <a:r>
              <a:rPr sz="2700" b="0">
                <a:latin typeface="Times New Roman"/>
              </a:rPr>
              <a:t>Derya YILMAZ YILDIZ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2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