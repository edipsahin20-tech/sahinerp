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80" r:id="rId25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.xml"/><Relationship Id="rId26" Type="http://schemas.openxmlformats.org/officeDocument/2006/relationships/slide" Target="slides/slide24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rgipark.org.tr/tr/pub/abuhsbd/article/36661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Feyza BÜYÜKBEKTAŞ</a:t>
            </a:r>
          </a:p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Çiğdem TURAN</a:t>
            </a:r>
          </a:p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24</a:t>
            </a:fld>
            <a:endParaRPr lang="tr-TR"/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57200" y="5074920"/>
            <a:ext cx="7543800" cy="123444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 w="38100">
            <a:solidFill>
              <a:srgbClr val="E36C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Makalenin tamamına buradan ulaşabilirsiniz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Makaleyi açmak için tıklayın  ›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https://dergipark.org.tr/tr/pub/abuhsbd/article/366618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Hafif Düzeyde Zihinsel Yetersizliği Olan Kaynaştırma Öğrencilerinin Dinlediğini Anlama Becerilerinin İncelenmesi</dc:title>
  <cp:lastModifiedBy>Hp</cp:lastModifiedBy>
  <cp:revision>40</cp:revision>
  <cp:lastPrinted>2018-11-03T19:18:00Z</cp:lastPrinted>
  <dcterms:modified xsi:type="dcterms:W3CDTF">2018-11-03T19:21:03Z</dcterms:modified>
  <dc:subject>Makale özeti</dc:subject>
  <dc:creator>İbrahim COŞKUN, Gül ERDİN</dc:creator>
</cp:coreProperties>
</file>