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23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TextBox 6"/>
          <p:cNvSpPr txBox="1"/>
          <p:nvPr/>
        </p:nvSpPr>
        <p:spPr>
          <a:xfrm>
            <a:off x="457200" y="6350000"/>
            <a:ext cx="762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36C0A"/>
                </a:solidFill>
                <a:latin typeface="Times New Roman"/>
              </a:rPr>
              <a:t>Sunanlar: Feyza BÜYÜKBEKTAŞ  |  Çiğdem TURAN  |  Derya YILMAZ YILDIZ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