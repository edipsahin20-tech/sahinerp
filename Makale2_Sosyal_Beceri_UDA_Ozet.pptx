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>
                <a:latin typeface="Times New Roman"/>
              </a:rPr>
              <a:t>Özel Eğitim Öğretmenlerinin Uygulamalı Davranış Analizi Kapsamında Sosyal Becerilere Yönelik Görüşlerinin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latin typeface="Times New Roman"/>
              </a:rPr>
              <a:t>Abdullah Bilgin KAYMAZ</a:t>
            </a:r>
          </a:p>
          <a:p>
            <a:r>
              <a:rPr sz="2000" b="1">
                <a:latin typeface="Times New Roman"/>
              </a:rPr>
              <a:t>Salih Zeki GENÇ</a:t>
            </a:r>
          </a:p>
          <a:p>
            <a:r>
              <a:rPr sz="1400" b="0">
                <a:latin typeface="Times New Roman"/>
              </a:rPr>
              <a:t>Uluslararası Engelsiz Yaşam ve Toplum Dergisi, 2025, 9 (1), 22-41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Özel eğitim öğretmenlerinin uygulamalı davranış analizi (UDA) kapsamında sosyal beceri öğretimine ilişkin görüşlerini ortaya koymak.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İstanbul Beylikdüzü’nde görevli 27 özel eğitim öğretmeni.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Araç: Demografik bilgi formu ve 10 soruluk yarı yapılandırılmış görüşme formu; veriler içerik analiziyle çözümlenmiştir.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Öğretmenlerin büyük çoğunluğu UDA’nın sosyal beceri öğretiminde etkili bir yaklaşım olduğunu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kelimeler: Özel eğitim, uygulamalı davranış analizi, sosyal beceriler, özel eğitim öğretmenleri.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Yayın: Geliş 03 Kasım 2025, kabul 30 Aralık 2025 (DOI: 10.29329/baflas.2025.1404.2).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Özel Eğitim ve Sosyal Beceriler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Özel eğitim, bireylerin gelişim özellikleri, yetenekleri ve ihtiyaçları dikkate alınarak hazırlanan programlarla sunulan eğitim hizmetidir (MEB, 2018).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Dünya Sağlık Örgütü’ne (2020) göre engel oranı dünya nüfusunun yaklaşık %15’idir.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beceriler, bireyi topluma bütünleştiren, toplumca kabul gören ve öğrenilmiş davranışlardır (Yüksel, 1999; Rutherford vd., 1998).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Sosyal beceride yetersizlik yaşayan bireyler toplumla kaynaşmada ve akranlarıyla sorun çözmede daha fazla güçlük çeker (Samancı ve Uçan, 2017).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Uygulamalı Davranış Analizi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UDA, sosyal açıdan kabul gören istenen davranışlara odaklanan, gözlemlenebilir davranışları bilimsel yöntemlerle araştıran bilimsel dayanaklı bir uygulamadır (Birkan, 2013).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Davranış değişimini sağlayan yöntem ve tekniklerle özel gereksinimli bireylerin gelişimini destekler; istenen davranışın sıklığını artırıp genellenmesini amaçlar (Tekin-İftar, 2014).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Sosyal becerilerin gelişiminde öğretmenlerin tutumları ve alan bilgisi de etkilidir.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 ve Alt Amaçlar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Amaç: </a:t>
            </a:r>
            <a:r>
              <a:rPr sz="2000" b="0">
                <a:latin typeface="Times New Roman"/>
              </a:rPr>
              <a:t>Öğretmenlerden elde edilen verilerle UDA yöntem ve tekniklerinin sosyal beceri öğretimindeki yerini, karşılaşılan zorlukları ve önerileri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1. Öğretmenlerin sosyal beceri öğretiminde UDA’ya ilişkin bilgi düzeylerini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2. Sık tercih ettikleri UDA tekniklerini (ayrık denemeli öğretim, ipucu verme, pekiştirme vb.) saptamak.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3. UDA’ya alternatif olarak kullandıkları uygulamaları belirlemek.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4. UDA tekniklerinin sosyal beceri kazandırmadaki etkililiğine ilişkin görüşleri ortaya koymak.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Yöntem: Araştırma Deseni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Nitel araştırma yöntemlerinden tek durumlu durum çalışması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Bağlam: İstanbul Beylikdüzü’ndeki devlet okullarının ilkokul, ortaokul ve lise düzeyindeki özel eğitim sınıfları.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Durum çalışması, gerçek yaşam bağlamında bir duruma odaklanarak olayların zengin ve ayrıntılı anlaşılmasını sağlar (Gustafsson, 2024; Creswell, 2021).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 toplama tekniği olarak yarı yapılandırılmış görüşme formu kullanılmıştır (Aziz vd., 2011).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Çalışma Grubu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Ölçüt örnekleme: özel eğitimde aktif görev yapma ve sosyal beceri öğretimi deneyimine sahip olma; okul yönetimleri aracılığıyla ulaşılmıştır.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27 öğretmen: 8 kadın, 19 erkek.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Görev yeri: 5’i ilkokul, 18’i ortaokul, 4’ü lise.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Mezuniyet: 7’si zihinsel engelliler öğretmenliği, 20’si özel eğitim öğretmenliği.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Öğrenim: 19 lisans, 5 tezli ve 3 tezsiz yüksek lisans.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Mesleki kıdem: 2 ile 20 yıl arası.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Aracı ve Analiz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Görüşme formu araştırmacı tarafından alanyazın taranarak geliştirilmiştir; kapsam geçerliği için 2 doçent ve 2 profesör görüşüne sunulmuş, Türkçe dil uzmanıyla düzenlenmiştir.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Veriler içerik analiziyle çözümlenmiştir: sorular ayrı ayrı kodlanmış, kodlar danışman tarafından incelenmiş, kodlar birleştirilerek kategorilere dönüştürülmüş ve tablolar halinde sunulmuştur.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Geçerlik ve Güvenirlik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Form uzman görüşü ve alan yazın taramasıyla geliştirilmiş, kodlar bir alan uzmanınca yeniden incelenmiştir.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Miles ve Huberman (1994) formülüyle güvenirlik katsayısı %82 bulunmuş, analiz güvenilir kabul edilmiştir.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Kod kitabı oluşturulmuş; bulgular katılımcı ifadeleriyle desteklenmiştir.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Etik: Kurum izni alınmış, gönüllü katılım ve yazılı onam esas alınmış, kimlikler gizli tutulmuştur.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2. Sosyal Becerinin Önemi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3822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31428"/>
                <a:gridCol w="1088571"/>
              </a:tblGrid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hayata adaptasyon ve entegrasyon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Bağımsız yaşam ve temel becerilerin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8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Sosyal ve iletişim becerilerinin gelişimi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Akademik ve bilişsel gelişimle bağlantı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Genel yaşam kalitesinin artırılması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5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Özgüven ve akran ilişkilerinin güçlendirilmesi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Öğrenci ihtiyaçlarının karşılanması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Problemli davranışların azaltılması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0">
                          <a:latin typeface="Times New Roman"/>
                        </a:rPr>
                        <a:t>İstihdam ve topluma katılım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latin typeface="Times New Roman"/>
                        </a:rPr>
                        <a:t>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600" b="1">
                          <a:latin typeface="Times New Roman"/>
                        </a:rPr>
                        <a:t>Toplam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latin typeface="Times New Roman"/>
                        </a:rPr>
                        <a:t>48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Sosyal Becerinin Önemi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dile getirilen kategori “Sosyal Hayata Adaptasyon ve Entegrasyon”dur (f=15); ardından bağımsız yaşam (f=8) ve sosyal-iletişim becerileri (f=7) gelir.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Öğretmenler sosyal beceri çalışmalarının akademik ve bilişsel gelişimi ve yaşam kalitesini de desteklediğini belirtmiştir.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“Çok önemli olduğunu hatta akademik becerilerden önce sosyal beceri çalışılması gerekmektedir.” (öğretmen görüşü)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3. UDA’da Kullanılan Yöntemler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312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7500"/>
                <a:gridCol w="952500"/>
              </a:tblGrid>
              <a:tr h="347472"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Davranışsal öğretim yöntemleri (ayrık denemeli öğretim 7, pekiştirme tarifeleri 4, uygun olmayan davranışı önleme 5…)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Model olma ve drama teknikleri (videoyla model olma 8, rol yapma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Sosyal temelli öğrenme yöntemleri (sosyal öyküler 7…)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10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Doğrudan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7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Doğal öğretim yöntemleri (doğal öğretim 3, fırsat öğretimi 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6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Yanlışsız öğretim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Etkinlik temelli öğrenme yöntemleri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500" b="0">
                          <a:latin typeface="Times New Roman"/>
                        </a:rPr>
                        <a:t>Beceri ve destekleyici teknikler (beceri analizi, fiziksel yardım)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latin typeface="Times New Roman"/>
                        </a:rPr>
                        <a:t>2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Kullanılan Yöntemler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sık kullanılan grup davranışsal öğretim yöntemleridir (f=20); bunu model olma ve drama teknikleri (f=11) ile sosyal temelli öğrenme yöntemleri (f=10) izler.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Ayrık denemelerle öğretim (f=7), videoyla model olma (f=8) ve sosyal öykülerle öğretim (f=7) öne çıkan tekniklerdir.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Bulgular öğretmenlerin sosyal beceri öğretiminde UDA kapsamında farklı yöntem ve tekniklerden yararlandığını göstermektedir.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4. UDA Dışı Uygulamalar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2000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572000"/>
                <a:gridCol w="762000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Uygulamalar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Etkileşim temelli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Akran destekli öğretim (4), Erken Denver Modeli (1), öykü temelli sosyal beceri öğretimi (3), Floortime terapisi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11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Alternatif ve destekleyici iletişim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PECS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ve görsel destekli yöntemler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Video modelle öğretim (1), gösteri yöntemi (3)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UDA’ya ek olarak etkileşim temelli, görsel destekli ve alternatif iletişim yöntemlerini de tercih ettiği görülmektedir.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Tablo 5. Genel Eğitim Sınıfında UDA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9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73333"/>
                <a:gridCol w="846666"/>
              </a:tblGrid>
              <a:tr h="347472"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Kategori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700" b="1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etkilidir (model alma, gözlem yapma, akran ortamında hızlı dönüt, genelleme imkânı)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14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Grup çalışmalarında etkili değildir (davranış değiştirme bireysel yapılmalı, etkili düşünmüyorum)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4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700" b="0">
                          <a:latin typeface="Times New Roman"/>
                        </a:rPr>
                        <a:t>Genel eğitim sınıfında çalışmadığı için yorum yapamayanlar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700" b="0">
                          <a:latin typeface="Times New Roman"/>
                        </a:rPr>
                        <a:t>3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Öğretmenlerin çoğu olumlu görüş bildirmiş; bazıları uygulamanın sınırlılıklarına dikkat çekmiştir.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Öğretmenler UDA’ya olumlu yaklaşmakta, kendilerini yeterli görmekte ve UDA’ya dayalı uygulamaları aktif kullanmaktadır.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UDA bilimsel dayanaklı bir yöntemdir (Cooper vd., 2019); sosyal beceri öğretiminde etkili bir davranış değiştirme yöntemidir (İftar, 2023).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Bazı öğretmenler, kalabalık sınıf, zaman sınırlılığı ve uygulayıcı yeterliği gibi nedenlerle grup ortamında uygulamanın güç, bireysel öğretimde daha etkili olduğunu belirtmiştir.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Uygulamalar yapılandırılmış özel eğitim sınıflarında daha sistematik yürütülebilirken genel eğitimde destekleyici düzenlemelere ihtiyaç vardır.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sosyal becerilerin zekâ ve sosyal gelişime, okula uyuma katkı sağladığını ve çeşitli gelişim alanlarını desteklediğini ifade etmiştir; bulgular alanyazınla tutarlıdır.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UDA dışında en çok etkileşim temelli yöntemler (akran destekli öğretim, Erken Denver Modeli, öykü temelli, Floortime), alternatif iletişimde PECS tercih edilmiştir (İftar vd., 2023; Karaaslan ve Kutlu, 2010).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Öğretmenler UDA’nın sosyal beceri dışında akademik, öz bakım, dil ve problem davranışla baş etme gibi alanlarda da olumlu etkisi olduğunu belirtmiştir.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(Seçme)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Cooper, J. O., Heron, T. E., &amp; Heward, W. L. (2007). Applied behavior analysis (2nd ed.). Pearson Prentice Hall.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Creswell, J. W. (2021). Nitel araştırma yöntemleri: Beş yaklaşıma göre nitel araştırma ve araştırma deseni. Siyasal Kitabevi.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Güleç-Aslan, Y. (2017). Otizm spektrum bozukluğu olan çocuklarla çalışan eğitimcilerin ABA algıları. Hacettepe Üniversitesi Eğitim Fakültesi Dergisi, 32, 1013–1032.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Karaaslan, Ö., &amp; Kutlu, M. (2010). OSB’li çocuklarda sosyal öykü kullanımı. Çukurova Üniversitesi SBE Dergisi, 19(2), 1–17.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Milli Eğitim Bakanlığı. (2018). Özel eğitim hizmetleri yönetmeliği.</a:t>
            </a:r>
          </a:p>
          <a:p>
            <a:pPr>
              <a:spcAft>
                <a:spcPts val="600"/>
              </a:spcAft>
            </a:pPr>
            <a:r>
              <a:rPr sz="1800" b="0">
                <a:latin typeface="Times New Roman"/>
              </a:rPr>
              <a:t>Tekin-İftar, E. (2014). Uygulamalı davranış analizi. Vize Yayıncılık.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Uluslararası Engelsiz Yaşam ve Toplum Dergisi, 2025, 9 (1), 22-41</a:t>
            </a:r>
          </a:p>
          <a:p>
            <a:r>
              <a:rPr sz="2400" b="1">
                <a:latin typeface="Times New Roman"/>
              </a:rPr>
              <a:t>İstanbul / Türkiye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